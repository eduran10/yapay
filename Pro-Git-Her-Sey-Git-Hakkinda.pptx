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9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 Git: Her Şey Git Hakkında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Git'in temellerini öğrenin ve versiyon kontrolünde ustalaşın. Başlangıçtan ileri seviyeye kadar kapsamlı rehber.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1548527"/>
            <a:ext cx="1071086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4" name="Text 1"/>
          <p:cNvSpPr/>
          <p:nvPr/>
        </p:nvSpPr>
        <p:spPr>
          <a:xfrm>
            <a:off x="6416278" y="1616512"/>
            <a:ext cx="79890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BÖLÜM 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0190" y="206549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Git'e Başlarken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6280190" y="3114437"/>
            <a:ext cx="3664744" cy="2032754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</p:sp>
      <p:sp>
        <p:nvSpPr>
          <p:cNvPr id="7" name="Text 4"/>
          <p:cNvSpPr/>
          <p:nvPr/>
        </p:nvSpPr>
        <p:spPr>
          <a:xfrm>
            <a:off x="6507004" y="33412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Versiyon Kontrolü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07004" y="3831669"/>
            <a:ext cx="3211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Dosya değişikliklerini kaydedin ve geçmiş versiyonlara geri dönün.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171748" y="3114437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</p:sp>
      <p:sp>
        <p:nvSpPr>
          <p:cNvPr id="10" name="Text 7"/>
          <p:cNvSpPr/>
          <p:nvPr/>
        </p:nvSpPr>
        <p:spPr>
          <a:xfrm>
            <a:off x="10398562" y="33412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Git'in Tarihi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398562" y="3831669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2005'te Linux kernel geliştirme için Linus Torvalds tarafından yaratıldı.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374005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sp>
        <p:nvSpPr>
          <p:cNvPr id="13" name="Text 10"/>
          <p:cNvSpPr/>
          <p:nvPr/>
        </p:nvSpPr>
        <p:spPr>
          <a:xfrm>
            <a:off x="6507004" y="56008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Neden Git?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507004" y="6091238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Hızlı, dağıtık yapı, güçlü dallanma ve birleştirme özellikleri.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2872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Git Nasıl Çalışır?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5044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Anlık Görüntüler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085624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Git, değişiklikleri değil, dosyaların tam anlık görüntülerini saklar. Her commit, projenizin o andaki durumunun bir fotoğrafıdır.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7640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Yerel İşlemler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5345192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Çoğu işlem yerel olarak gerçekleşir - ağ bağlantısı gerekmez. Tüm geçmiş yerel diskinizde bulunur.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25044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Veri Bütünlüğü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856321" y="3085624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 şey SHA-1 hash ile kontrol edilir. Git olmadan hiçbir şey değiştirilemez veya bozulamaz.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44011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Üç Durum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856321" y="4982289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Dosyalar üç durumda olabilir: modified (değiştirilmiş), staged (hazırlanmış), committed (kaydedilmiş).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89379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Git Kurulumu ve Yapılandırma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203496"/>
            <a:ext cx="6407944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Kurulum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86822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Linux'ta apt/dnf, macOS'ta Homebrew, Windows'ta Git for Windows kullanın.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428548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548" y="3226118"/>
            <a:ext cx="6408063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8548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Kimlik Ayarları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28548" y="3868222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Kullanıcı adı ve e-posta adresinizi git config ile ayarlayın.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323165"/>
            <a:ext cx="6407944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Editör Seçimi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Varsayılan metin editörünüzü core.editor ile belirleyin.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48" y="5323165"/>
            <a:ext cx="6408063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Ayarları Kontrol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428548" y="6010632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config --list ile tüm yapılandırmalarınızı görüntüleyin.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610326"/>
            <a:ext cx="1071086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2678311"/>
            <a:ext cx="79890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BÖLÜM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312729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Git Temelleri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4403050"/>
            <a:ext cx="32367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Repository Oluşturma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893469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init ile yeni repo veya git clone ile mevcut repo kopyası oluşturun.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35893" y="4403050"/>
            <a:ext cx="34846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Değişiklikleri Kaydetme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4893469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add ile dosyaları hazırlayın, git commit ile değişiklikleri kaydedin.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4403050"/>
            <a:ext cx="32381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Geçmişi Görüntüleme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77995" y="4893469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log ile commit geçmişini inceleyin ve değişiklikleri takip edin.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2344" y="496133"/>
            <a:ext cx="6684526" cy="563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Dosya Durumları ve İşlemler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2344" y="1420178"/>
            <a:ext cx="11405592" cy="472868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4971" y="4597147"/>
            <a:ext cx="567642" cy="5676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47426" y="4721319"/>
            <a:ext cx="2554387" cy="3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Staged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9926290" y="4721319"/>
            <a:ext cx="2554386" cy="3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Modified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8484" y="4597147"/>
            <a:ext cx="567642" cy="5676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28465" y="2541576"/>
            <a:ext cx="2554386" cy="3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Unmodified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9837" y="2406052"/>
            <a:ext cx="567641" cy="56764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047426" y="2552929"/>
            <a:ext cx="2554387" cy="319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Untracked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96035" y="2428757"/>
            <a:ext cx="567642" cy="56764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612344" y="6531888"/>
            <a:ext cx="2253972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Durum Kontrolü</a:t>
            </a:r>
            <a:endParaRPr lang="en-US" sz="1750" dirty="0"/>
          </a:p>
        </p:txBody>
      </p:sp>
      <p:sp>
        <p:nvSpPr>
          <p:cNvPr id="13" name="Text 6"/>
          <p:cNvSpPr/>
          <p:nvPr/>
        </p:nvSpPr>
        <p:spPr>
          <a:xfrm>
            <a:off x="1612344" y="6993850"/>
            <a:ext cx="5482828" cy="577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status ile hangi dosyaların değiştirildiğini, hazırlandığını veya izlenmediğini görün.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7542609" y="6531888"/>
            <a:ext cx="2670929" cy="28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Değişiklikleri İnceleme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7542609" y="6993850"/>
            <a:ext cx="5482828" cy="577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diff ile hazırlanmamış değişiklikleri, git diff --staged ile hazırlanmış değişiklikleri görüntüleyin.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4013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Uzak Repository'lerle Çalışma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797850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30246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Remote Ekleme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54674" y="3515082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remote add ile yeni uzak repository bağlantısı ekleyin.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158734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4385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Fetch &amp; Pull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54674" y="4875967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fetch ile veri çekin, git pull ile çekip birleştirin.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519618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674" y="57464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Push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154674" y="6236851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push ile yerel değişikliklerinizi uzak repository'ye gönderin.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3429" y="774502"/>
            <a:ext cx="1030248" cy="409932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4" name="Text 1"/>
          <p:cNvSpPr/>
          <p:nvPr/>
        </p:nvSpPr>
        <p:spPr>
          <a:xfrm>
            <a:off x="894278" y="839867"/>
            <a:ext cx="76854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BÖLÜM 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3429" y="1271588"/>
            <a:ext cx="7145774" cy="681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Git Dallanma (Branching)</a:t>
            </a:r>
            <a:endParaRPr lang="en-US" sz="4250" dirty="0"/>
          </a:p>
        </p:txBody>
      </p:sp>
      <p:sp>
        <p:nvSpPr>
          <p:cNvPr id="6" name="Shape 3"/>
          <p:cNvSpPr/>
          <p:nvPr/>
        </p:nvSpPr>
        <p:spPr>
          <a:xfrm>
            <a:off x="763429" y="2280404"/>
            <a:ext cx="3699510" cy="2827258"/>
          </a:xfrm>
          <a:prstGeom prst="roundRect">
            <a:avLst>
              <a:gd name="adj" fmla="val 1157"/>
            </a:avLst>
          </a:prstGeom>
          <a:solidFill>
            <a:srgbClr val="EAE8F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551" y="2498527"/>
            <a:ext cx="654368" cy="654368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455" y="2678430"/>
            <a:ext cx="294442" cy="29444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81551" y="3371017"/>
            <a:ext cx="2726769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Dal Oluşturma</a:t>
            </a:r>
            <a:endParaRPr lang="en-US" sz="2100" dirty="0"/>
          </a:p>
        </p:txBody>
      </p:sp>
      <p:sp>
        <p:nvSpPr>
          <p:cNvPr id="10" name="Text 5"/>
          <p:cNvSpPr/>
          <p:nvPr/>
        </p:nvSpPr>
        <p:spPr>
          <a:xfrm>
            <a:off x="981551" y="3842623"/>
            <a:ext cx="3263265" cy="104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branch ile yeni dal oluşturun, git checkout ile dallar arası geçiş yapın.</a:t>
            </a:r>
            <a:endParaRPr lang="en-US" sz="1700" dirty="0"/>
          </a:p>
        </p:txBody>
      </p:sp>
      <p:sp>
        <p:nvSpPr>
          <p:cNvPr id="11" name="Shape 6"/>
          <p:cNvSpPr/>
          <p:nvPr/>
        </p:nvSpPr>
        <p:spPr>
          <a:xfrm>
            <a:off x="4681061" y="2280404"/>
            <a:ext cx="3699510" cy="2827258"/>
          </a:xfrm>
          <a:prstGeom prst="roundRect">
            <a:avLst>
              <a:gd name="adj" fmla="val 1157"/>
            </a:avLst>
          </a:prstGeom>
          <a:solidFill>
            <a:srgbClr val="EAE8F3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9184" y="2498527"/>
            <a:ext cx="654368" cy="654368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79087" y="2678430"/>
            <a:ext cx="294442" cy="29444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899184" y="3371017"/>
            <a:ext cx="2726769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Birleştirme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4899184" y="3842623"/>
            <a:ext cx="3263265" cy="104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merge ile dalları birleştirin. Fast-forward veya three-way merge otomatik olarak seçilir.</a:t>
            </a:r>
            <a:endParaRPr lang="en-US" sz="1700" dirty="0"/>
          </a:p>
        </p:txBody>
      </p:sp>
      <p:sp>
        <p:nvSpPr>
          <p:cNvPr id="16" name="Shape 9"/>
          <p:cNvSpPr/>
          <p:nvPr/>
        </p:nvSpPr>
        <p:spPr>
          <a:xfrm>
            <a:off x="763429" y="5325785"/>
            <a:ext cx="7617143" cy="2129314"/>
          </a:xfrm>
          <a:prstGeom prst="roundRect">
            <a:avLst>
              <a:gd name="adj" fmla="val 1537"/>
            </a:avLst>
          </a:prstGeom>
          <a:solidFill>
            <a:srgbClr val="EAE8F3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551" y="5543907"/>
            <a:ext cx="654368" cy="654368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1455" y="5723811"/>
            <a:ext cx="294442" cy="29444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81551" y="6416397"/>
            <a:ext cx="2726769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Çakışma Çözümü</a:t>
            </a:r>
            <a:endParaRPr lang="en-US" sz="2100" dirty="0"/>
          </a:p>
        </p:txBody>
      </p:sp>
      <p:sp>
        <p:nvSpPr>
          <p:cNvPr id="20" name="Text 11"/>
          <p:cNvSpPr/>
          <p:nvPr/>
        </p:nvSpPr>
        <p:spPr>
          <a:xfrm>
            <a:off x="981551" y="6888004"/>
            <a:ext cx="7180898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Birleştirme çakışmalarını manuel olarak çözün ve git add ile işaretleyin.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3901"/>
            <a:ext cx="57934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Dallanma İş Akışları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299960" y="1896308"/>
            <a:ext cx="30480" cy="5599271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4" name="Shape 2"/>
          <p:cNvSpPr/>
          <p:nvPr/>
        </p:nvSpPr>
        <p:spPr>
          <a:xfrm>
            <a:off x="6410087" y="2136219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5" name="Shape 3"/>
          <p:cNvSpPr/>
          <p:nvPr/>
        </p:nvSpPr>
        <p:spPr>
          <a:xfrm>
            <a:off x="7060049" y="189630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6" name="Text 4"/>
          <p:cNvSpPr/>
          <p:nvPr/>
        </p:nvSpPr>
        <p:spPr>
          <a:xfrm>
            <a:off x="7145119" y="193881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3164324" y="1974175"/>
            <a:ext cx="30168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Master/Main Branch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2464594"/>
            <a:ext cx="53873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Kararlı, production-ready kod. Sadece test edilmiş değişiklikler buraya gelir.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539871" y="3497104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10" name="Shape 8"/>
          <p:cNvSpPr/>
          <p:nvPr/>
        </p:nvSpPr>
        <p:spPr>
          <a:xfrm>
            <a:off x="7060049" y="325719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1" name="Text 9"/>
          <p:cNvSpPr/>
          <p:nvPr/>
        </p:nvSpPr>
        <p:spPr>
          <a:xfrm>
            <a:off x="7145119" y="32996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8449270" y="33350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Develop Branch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449270" y="3825478"/>
            <a:ext cx="53873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Aktif geliştirme dalı. Yeni özellikler burada test edilir ve kararlı hale gelince master'a birleştirilir.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6410087" y="4670108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15" name="Shape 13"/>
          <p:cNvSpPr/>
          <p:nvPr/>
        </p:nvSpPr>
        <p:spPr>
          <a:xfrm>
            <a:off x="7060049" y="443019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6" name="Text 14"/>
          <p:cNvSpPr/>
          <p:nvPr/>
        </p:nvSpPr>
        <p:spPr>
          <a:xfrm>
            <a:off x="7145119" y="447270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3345894" y="45080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Branches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4998482"/>
            <a:ext cx="53873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Kısa ömürlü dallar. Her özellik için ayrı dal oluşturun, tamamlandığında develop'a birleştirin.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539871" y="5843111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20" name="Shape 18"/>
          <p:cNvSpPr/>
          <p:nvPr/>
        </p:nvSpPr>
        <p:spPr>
          <a:xfrm>
            <a:off x="7060049" y="560320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21" name="Text 19"/>
          <p:cNvSpPr/>
          <p:nvPr/>
        </p:nvSpPr>
        <p:spPr>
          <a:xfrm>
            <a:off x="7145119" y="564570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650" dirty="0"/>
          </a:p>
        </p:txBody>
      </p:sp>
      <p:sp>
        <p:nvSpPr>
          <p:cNvPr id="22" name="Text 20"/>
          <p:cNvSpPr/>
          <p:nvPr/>
        </p:nvSpPr>
        <p:spPr>
          <a:xfrm>
            <a:off x="8449270" y="56810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Hotfix Branches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49270" y="6171486"/>
            <a:ext cx="538734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Acil düzeltmeler için. Master'dan dallanır, düzeltme sonrası hem master hem develop'a birleştirilir.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307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Git'te Ustalaşın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1793081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282487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Temel Komut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315295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add, commit, push - günlük kullanım için yeterli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407093" y="1793081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10+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3407093" y="282487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İleri Seviye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07093" y="3315295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rebase, cherry-pick, stash - güçlü özellikler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020395" y="1793081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100%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6020395" y="282487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Yerel Kontrol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20395" y="3315295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Tüm geçmiş ve dallar yerel makinenizde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48859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Önemli Noktalar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93790" y="546711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Sık commit yapın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93790" y="590931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Anlamlı commit mesajları yazın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793790" y="671441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Dalları sık kullanın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793790" y="715660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Düzenli olarak push edin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4856321" y="48859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Kaynaklar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856321" y="546711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 Git kitabı (git-scm.com)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4856321" y="590931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 Learning Lab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4856321" y="635150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komut referansı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4856321" y="679370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Topluluk forumları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2026-01-07T08:15:08Z</dcterms:created>
  <dcterms:modified xsi:type="dcterms:W3CDTF">2026-01-07T08:15:08Z</dcterms:modified>
</cp:coreProperties>
</file>